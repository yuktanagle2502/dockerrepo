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hoto_cr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1737360" cy="1737360"/>
          </a:xfrm>
          <a:prstGeom prst="ellipse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6576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Yukta Nagle</a:t>
            </a:r>
            <a:endParaRPr lang="en-US" sz="2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Associate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365760" y="30723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Analytics Engineering – Data Science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365760" y="3703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yukta.nagle@pwc.com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365760" y="3950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+91-8982315022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365760" y="41879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Bangalore (SDC) – Business Bay · Pune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pwc.com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926080" y="5029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926080" y="86868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Versatile Software Engineer with 4+ years of experience designing, building, and deploying scalable backend systems and APIs. AWS Developer Associate certified, with hands-on expertise across backend frameworks (FastAPI, Node.js), cloud architecture, and Generative AI / LLM systems. Adept at end-to-end project delivery and architecting enterprise-grade solutions that drive measurable business impact.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926080" y="2240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Experience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926080" y="278892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NIA – Next Intelligent Agent: Architected a multi-tenant AI agent administration platform in FastAPI with JWT authentication and fine-grained RBAC across 8 roles; built an A2A routing layer that dynamically dispatched prompts to specialized agents, improving response accuracy by 30%, and used Apache Kafka for real-time, low-latency messaging under peak loads.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Lens: Architected a scalable serverless backend on AWS (Lambda, DynamoDB, API Gateway, EventBridge) powering dynamic survey creation and bulk distribution that grew survey reach by 40%; integrated TensorFlow/DeepFace for multimedia response analysis and Generative AI for auto-summarization, cutting prep time by 50%.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Interviewer: Built an AI-powered interview platform in FastAPI with automated resume evaluation and question generation (AutoGen); implemented real-time engagement monitoring and iris-tracking proctoring (MediaPipe, OpenCV) and identity verification via DeepFace (ArcFace, MTCNN).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732520" y="502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732520" y="89611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Certified Developer – Associate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8732520" y="1600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/ Skills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8732520" y="1993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FastAPI · Node.js · REST APIs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8732520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DevOps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(Dev Associate) · Azure · Docker · Kubernetes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8732520" y="31272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· Generative AI · TensorFlow · OpenCV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8732520" y="369417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5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MySQL · DynamoDB · MongoDB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2026-09-11T11:10:44Z</dcterms:created>
  <dcterms:modified xsi:type="dcterms:W3CDTF">2026-09-11T11:10:44Z</dcterms:modified>
</cp:coreProperties>
</file>